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D4AF37"/>
                </a:solidFill>
              </a:defRPr>
            </a:pPr>
            <a:r>
              <a:t>Infosys Ltd – Three-Statement Financial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Period: FY2024 (9M ended Dec 31, 2024)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Prepared by: Vikas Kondabattin – Team Lead | Data &amp; Finance Analyst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Theme: Dark mode, gold-white highlights.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FFFFFF"/>
                </a:solidFill>
              </a:defRPr>
            </a:pPr>
            <a:r>
              <a:t>Vikas Kondabattin – Team Lead | Data &amp; Finance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D4AF37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Revenue: ₹122,064 Cr (+5.4% YoY)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Net Income: ₹19,712 Cr (+7.9% YoY)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Operating Cash Flow: ₹27,349 Cr (+54%)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Healthy profitability, strong liquidity (Current Ratio 2.13), low leverage (D/E 0.31x).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FFFFFF"/>
                </a:solidFill>
              </a:defRPr>
            </a:pPr>
            <a:r>
              <a:t>Vikas Kondabattin – Team Lead | Data &amp; Finance Analyst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D4AF37"/>
                </a:solidFill>
              </a:defRPr>
            </a:pPr>
            <a:r>
              <a:t>Income Statement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Revenue up 5.4% YoY with modest margin expansion.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Net margin: 16.15% | ROE: 22.35% | ROA: 14.13%.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Consistent YoY growth in top-line and earnings.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FFFFFF"/>
                </a:solidFill>
              </a:defRPr>
            </a:pPr>
            <a:r>
              <a:t>Vikas Kondabattin – Team Lead | Data &amp; Finance Analyst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D4AF37"/>
                </a:solidFill>
              </a:defRPr>
            </a:pPr>
            <a:r>
              <a:t>Balance Sheet &amp; Cash Flow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Total Assets: ₹139,486 Cr | Equity: ₹88,292 Cr | Estimated Debt: ₹27,549 Cr.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Operating Cash Flow improved to ₹27,349 Cr (9M FY24).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Strong liquidity, minimal leverage, and solid solvency ratios.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FFFFFF"/>
                </a:solidFill>
              </a:defRPr>
            </a:pPr>
            <a:r>
              <a:t>Vikas Kondabattin – Team Lead | Data &amp; Finance Analyst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D4AF37"/>
                </a:solidFill>
              </a:defRPr>
            </a:pPr>
            <a:r>
              <a:t>Risks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1. Acquisition-related goodwill/intangibles: monitor for impairment.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2. Investment concentration risk (current + non-current).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3. Maintain cash flow discipline to support buybacks &amp; M&amp;A flexibility.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FFFFFF"/>
                </a:solidFill>
              </a:defRPr>
            </a:pPr>
            <a:r>
              <a:t>Vikas Kondabattin – Team Lead | Data &amp; Finance Analyst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